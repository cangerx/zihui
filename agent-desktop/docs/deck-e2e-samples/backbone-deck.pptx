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57150" cy="6858000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981200"/>
            <a:ext cx="952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受控模板让产出稳定又好看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24000" y="2457450"/>
            <a:ext cx="9525000" cy="68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24000" y="3444925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571500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914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24000" y="1819275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24000" y="2809875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5" name="Text 3"/>
          <p:cNvSpPr/>
          <p:nvPr/>
        </p:nvSpPr>
        <p:spPr>
          <a:xfrm>
            <a:off x="1981200" y="2638425"/>
            <a:ext cx="297180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524000" y="3435548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7" name="Text 5"/>
          <p:cNvSpPr/>
          <p:nvPr/>
        </p:nvSpPr>
        <p:spPr>
          <a:xfrm>
            <a:off x="1981200" y="3264098"/>
            <a:ext cx="297180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524000" y="4061222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9" name="Text 7"/>
          <p:cNvSpPr/>
          <p:nvPr/>
        </p:nvSpPr>
        <p:spPr>
          <a:xfrm>
            <a:off x="1981200" y="3889772"/>
            <a:ext cx="297180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10363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3248025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8725" y="3057525"/>
            <a:ext cx="29241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28725" y="4105275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67225" y="2667000"/>
            <a:ext cx="3248025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1550" y="3057525"/>
            <a:ext cx="29241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781550" y="4105275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20050" y="2667000"/>
            <a:ext cx="3248025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4375" y="3057525"/>
            <a:ext cx="29241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334375" y="4105275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533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847850"/>
            <a:ext cx="5143500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受控模板让产出稳定又好看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858000" y="914400"/>
            <a:ext cx="4419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2026-06-20T08:24:27Z</dcterms:created>
  <dcterms:modified xsi:type="dcterms:W3CDTF">2026-06-20T08:24:27Z</dcterms:modified>
</cp:coreProperties>
</file>