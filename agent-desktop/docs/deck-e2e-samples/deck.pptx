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57150" cy="6858000"/>
          </a:xfrm>
          <a:prstGeom prst="rect">
            <a:avLst/>
          </a:prstGeom>
          <a:solidFill>
            <a:srgbClr val="9A3B2E"/>
          </a:solidFill>
          <a:ln/>
        </p:spPr>
      </p:sp>
      <p:sp>
        <p:nvSpPr>
          <p:cNvPr id="3" name="Text 1"/>
          <p:cNvSpPr/>
          <p:nvPr/>
        </p:nvSpPr>
        <p:spPr>
          <a:xfrm>
            <a:off x="1524000" y="1981200"/>
            <a:ext cx="952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A3B2E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产品发布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524000" y="2457450"/>
            <a:ext cx="9525000" cy="682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用一句话，拿回一份能交付的设计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524000" y="3444925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把资深设计师的工作方法，沉淀成可复用的受控模板。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24000" y="5715000"/>
            <a:ext cx="8673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花叔 · 2026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1143000"/>
            <a:ext cx="9144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今天讲什么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1524000" y="2009775"/>
            <a:ext cx="9144000" cy="9525"/>
          </a:xfrm>
          <a:prstGeom prst="rect">
            <a:avLst/>
          </a:prstGeom>
          <a:solidFill>
            <a:srgbClr val="E3DDD2"/>
          </a:solidFill>
          <a:ln/>
        </p:spPr>
      </p:sp>
      <p:sp>
        <p:nvSpPr>
          <p:cNvPr id="4" name="Text 2"/>
          <p:cNvSpPr/>
          <p:nvPr/>
        </p:nvSpPr>
        <p:spPr>
          <a:xfrm>
            <a:off x="1524000" y="2286000"/>
            <a:ext cx="609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A3B2E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01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2400300" y="2190750"/>
            <a:ext cx="2286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为什么要受控模板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524000" y="2733675"/>
            <a:ext cx="9144000" cy="9525"/>
          </a:xfrm>
          <a:prstGeom prst="rect">
            <a:avLst/>
          </a:prstGeom>
          <a:solidFill>
            <a:srgbClr val="E3DDD2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3009900"/>
            <a:ext cx="609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A3B2E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2400300" y="2914650"/>
            <a:ext cx="20002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好看的两层根因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524000" y="3457575"/>
            <a:ext cx="9144000" cy="9525"/>
          </a:xfrm>
          <a:prstGeom prst="rect">
            <a:avLst/>
          </a:prstGeom>
          <a:solidFill>
            <a:srgbClr val="E3DDD2"/>
          </a:solidFill>
          <a:ln/>
        </p:spPr>
      </p:sp>
      <p:sp>
        <p:nvSpPr>
          <p:cNvPr id="10" name="Text 8"/>
          <p:cNvSpPr/>
          <p:nvPr/>
        </p:nvSpPr>
        <p:spPr>
          <a:xfrm>
            <a:off x="1524000" y="3733800"/>
            <a:ext cx="609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A3B2E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03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2400300" y="3638550"/>
            <a:ext cx="1714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导出与可编辑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524000" y="4181475"/>
            <a:ext cx="9144000" cy="9525"/>
          </a:xfrm>
          <a:prstGeom prst="rect">
            <a:avLst/>
          </a:prstGeom>
          <a:solidFill>
            <a:srgbClr val="E3DDD2"/>
          </a:solidFill>
          <a:ln/>
        </p:spPr>
      </p:sp>
      <p:sp>
        <p:nvSpPr>
          <p:cNvPr id="13" name="Text 11"/>
          <p:cNvSpPr/>
          <p:nvPr/>
        </p:nvSpPr>
        <p:spPr>
          <a:xfrm>
            <a:off x="1524000" y="4457700"/>
            <a:ext cx="609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A3B2E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04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2400300" y="4362450"/>
            <a:ext cx="14287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按需云缓存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524000" y="4905375"/>
            <a:ext cx="9144000" cy="9525"/>
          </a:xfrm>
          <a:prstGeom prst="rect">
            <a:avLst/>
          </a:prstGeom>
          <a:solidFill>
            <a:srgbClr val="E3DDD2"/>
          </a:solidFill>
          <a:ln/>
        </p:spPr>
      </p:sp>
      <p:sp>
        <p:nvSpPr>
          <p:cNvPr id="16" name="Text 14"/>
          <p:cNvSpPr/>
          <p:nvPr/>
        </p:nvSpPr>
        <p:spPr>
          <a:xfrm>
            <a:off x="1524000" y="5181600"/>
            <a:ext cx="609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A3B2E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05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2400300" y="5086350"/>
            <a:ext cx="14287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落地与排期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9A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2286000"/>
            <a:ext cx="914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0" b="1" dirty="0">
                <a:solidFill>
                  <a:srgbClr val="FFFFFF"/>
                </a:solidFill>
                <a:latin typeface="SFMono-Regular" pitchFamily="34" charset="0"/>
                <a:ea typeface="SFMono-Regular" pitchFamily="34" charset="-122"/>
                <a:cs typeface="SFMono-Regular" pitchFamily="34" charset="-120"/>
              </a:rPr>
              <a:t>01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1524000" y="3581400"/>
            <a:ext cx="914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好看的两层根因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524000" y="4419600"/>
            <a:ext cx="91440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受控结构 × 设计方法论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1143000"/>
            <a:ext cx="9144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受控模板为什么稳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524000" y="1819275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元素位置与样式写死，LLM 只填槽位数据。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524000" y="2809875"/>
            <a:ext cx="266700" cy="28575"/>
          </a:xfrm>
          <a:prstGeom prst="rect">
            <a:avLst/>
          </a:prstGeom>
          <a:solidFill>
            <a:srgbClr val="9A3B2E"/>
          </a:solidFill>
          <a:ln/>
        </p:spPr>
      </p:sp>
      <p:sp>
        <p:nvSpPr>
          <p:cNvPr id="5" name="Text 3"/>
          <p:cNvSpPr/>
          <p:nvPr/>
        </p:nvSpPr>
        <p:spPr>
          <a:xfrm>
            <a:off x="1981200" y="2638425"/>
            <a:ext cx="4631829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 定义槽位 + 字数上限，天然不溢出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524000" y="3435548"/>
            <a:ext cx="266700" cy="28575"/>
          </a:xfrm>
          <a:prstGeom prst="rect">
            <a:avLst/>
          </a:prstGeom>
          <a:solidFill>
            <a:srgbClr val="9A3B2E"/>
          </a:solidFill>
          <a:ln/>
        </p:spPr>
      </p:sp>
      <p:sp>
        <p:nvSpPr>
          <p:cNvPr id="7" name="Text 5"/>
          <p:cNvSpPr/>
          <p:nvPr/>
        </p:nvSpPr>
        <p:spPr>
          <a:xfrm>
            <a:off x="1981200" y="3264098"/>
            <a:ext cx="5413623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渲染 DOM 天生符合导出约束，近 100% 通过校验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524000" y="4061222"/>
            <a:ext cx="266700" cy="28575"/>
          </a:xfrm>
          <a:prstGeom prst="rect">
            <a:avLst/>
          </a:prstGeom>
          <a:solidFill>
            <a:srgbClr val="9A3B2E"/>
          </a:solidFill>
          <a:ln/>
        </p:spPr>
      </p:sp>
      <p:sp>
        <p:nvSpPr>
          <p:cNvPr id="9" name="Text 7"/>
          <p:cNvSpPr/>
          <p:nvPr/>
        </p:nvSpPr>
        <p:spPr>
          <a:xfrm>
            <a:off x="1981200" y="3889772"/>
            <a:ext cx="4210050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导出是确定性映射，不是逐元素猜语义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524000" y="4686895"/>
            <a:ext cx="266700" cy="28575"/>
          </a:xfrm>
          <a:prstGeom prst="rect">
            <a:avLst/>
          </a:prstGeom>
          <a:solidFill>
            <a:srgbClr val="9A3B2E"/>
          </a:solidFill>
          <a:ln/>
        </p:spPr>
      </p:sp>
      <p:sp>
        <p:nvSpPr>
          <p:cNvPr id="11" name="Text 9"/>
          <p:cNvSpPr/>
          <p:nvPr/>
        </p:nvSpPr>
        <p:spPr>
          <a:xfrm>
            <a:off x="1981200" y="4515445"/>
            <a:ext cx="4210050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好看由渲染端承载，导出端只忠实搬运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43000"/>
            <a:ext cx="5334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渲染端负责好看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847850"/>
            <a:ext cx="5143500" cy="1401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排版、层级、留白、纯色配色、巨型数字——这些 huashu 方法论产出的“好看”，恰恰都是导出端能忠实保真的部分。真正会丢的渐变与光影，在模板设计阶段就改纯色或预栅格化 PNG。</a:t>
            </a:r>
            <a:endParaRPr lang="en-US" sz="1725" dirty="0"/>
          </a:p>
        </p:txBody>
      </p:sp>
      <p:sp>
        <p:nvSpPr>
          <p:cNvPr id="4" name="Shape 2"/>
          <p:cNvSpPr/>
          <p:nvPr/>
        </p:nvSpPr>
        <p:spPr>
          <a:xfrm>
            <a:off x="6858000" y="914400"/>
            <a:ext cx="44196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43000"/>
            <a:ext cx="10363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受控模板带来的稳定性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914400" y="2667000"/>
            <a:ext cx="2362200" cy="247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28725" y="3057525"/>
            <a:ext cx="211812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9A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≈100%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228725" y="4105275"/>
            <a:ext cx="1752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受控 DOM 通过导出校验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581400" y="2667000"/>
            <a:ext cx="2362200" cy="247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95725" y="3057525"/>
            <a:ext cx="1772841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9A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&lt;30%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895725" y="4105275"/>
            <a:ext cx="1752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自由 HTML 直跑通过率(反例)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48400" y="2667000"/>
            <a:ext cx="2362200" cy="247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2725" y="3057525"/>
            <a:ext cx="427434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9A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562725" y="4105275"/>
            <a:ext cx="1752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外部 python/node 依赖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915400" y="2667000"/>
            <a:ext cx="2362200" cy="247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29725" y="3057525"/>
            <a:ext cx="38070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9A3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9229725" y="4105275"/>
            <a:ext cx="1752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同源交付物 HTML/PDF/PPTX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2026-06-20T07:39:42Z</dcterms:created>
  <dcterms:modified xsi:type="dcterms:W3CDTF">2026-06-20T07:39:42Z</dcterms:modified>
</cp:coreProperties>
</file>